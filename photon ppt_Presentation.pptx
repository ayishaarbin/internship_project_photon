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10D4B-07DF-4CE1-B3D6-96AF264C8E17}" v="12" dt="2026-01-03T17:53:46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ma Javid" userId="da303c6712fd6e9e" providerId="LiveId" clId="{38F3E145-65E1-4EA8-AE0F-3449465B41B0}"/>
    <pc:docChg chg="undo custSel addSld delSld modSld sldOrd">
      <pc:chgData name="Salma Javid" userId="da303c6712fd6e9e" providerId="LiveId" clId="{38F3E145-65E1-4EA8-AE0F-3449465B41B0}" dt="2026-01-03T18:01:30.050" v="756" actId="1076"/>
      <pc:docMkLst>
        <pc:docMk/>
      </pc:docMkLst>
      <pc:sldChg chg="modSp mod">
        <pc:chgData name="Salma Javid" userId="da303c6712fd6e9e" providerId="LiveId" clId="{38F3E145-65E1-4EA8-AE0F-3449465B41B0}" dt="2026-01-03T17:53:16.753" v="679" actId="20577"/>
        <pc:sldMkLst>
          <pc:docMk/>
          <pc:sldMk cId="514953041" sldId="256"/>
        </pc:sldMkLst>
        <pc:spChg chg="mod">
          <ac:chgData name="Salma Javid" userId="da303c6712fd6e9e" providerId="LiveId" clId="{38F3E145-65E1-4EA8-AE0F-3449465B41B0}" dt="2026-01-03T17:53:16.753" v="679" actId="20577"/>
          <ac:spMkLst>
            <pc:docMk/>
            <pc:sldMk cId="514953041" sldId="256"/>
            <ac:spMk id="3" creationId="{96D51F97-DC15-2BB9-30C4-F7AEF667CEFA}"/>
          </ac:spMkLst>
        </pc:spChg>
      </pc:sldChg>
      <pc:sldChg chg="delSp modSp del mod ord">
        <pc:chgData name="Salma Javid" userId="da303c6712fd6e9e" providerId="LiveId" clId="{38F3E145-65E1-4EA8-AE0F-3449465B41B0}" dt="2026-01-03T16:21:50.305" v="4" actId="2696"/>
        <pc:sldMkLst>
          <pc:docMk/>
          <pc:sldMk cId="720348123" sldId="257"/>
        </pc:sldMkLst>
        <pc:spChg chg="del mod">
          <ac:chgData name="Salma Javid" userId="da303c6712fd6e9e" providerId="LiveId" clId="{38F3E145-65E1-4EA8-AE0F-3449465B41B0}" dt="2026-01-03T16:21:45.638" v="3" actId="478"/>
          <ac:spMkLst>
            <pc:docMk/>
            <pc:sldMk cId="720348123" sldId="257"/>
            <ac:spMk id="5" creationId="{708BC084-00BD-AD8E-487F-523BA53600D6}"/>
          </ac:spMkLst>
        </pc:spChg>
      </pc:sldChg>
      <pc:sldChg chg="addSp delSp modSp new mod modClrScheme chgLayout">
        <pc:chgData name="Salma Javid" userId="da303c6712fd6e9e" providerId="LiveId" clId="{38F3E145-65E1-4EA8-AE0F-3449465B41B0}" dt="2026-01-03T18:00:57.528" v="754" actId="12"/>
        <pc:sldMkLst>
          <pc:docMk/>
          <pc:sldMk cId="2369261612" sldId="257"/>
        </pc:sldMkLst>
        <pc:spChg chg="del">
          <ac:chgData name="Salma Javid" userId="da303c6712fd6e9e" providerId="LiveId" clId="{38F3E145-65E1-4EA8-AE0F-3449465B41B0}" dt="2026-01-03T16:22:36.148" v="12" actId="700"/>
          <ac:spMkLst>
            <pc:docMk/>
            <pc:sldMk cId="2369261612" sldId="257"/>
            <ac:spMk id="2" creationId="{ABD75FDF-AB2E-D6EF-68CD-2C3CC0DE90DF}"/>
          </ac:spMkLst>
        </pc:spChg>
        <pc:spChg chg="add mod">
          <ac:chgData name="Salma Javid" userId="da303c6712fd6e9e" providerId="LiveId" clId="{38F3E145-65E1-4EA8-AE0F-3449465B41B0}" dt="2026-01-03T18:00:57.528" v="754" actId="12"/>
          <ac:spMkLst>
            <pc:docMk/>
            <pc:sldMk cId="2369261612" sldId="257"/>
            <ac:spMk id="3" creationId="{178C0B56-5E22-FF3C-632E-F4310E0D15E4}"/>
          </ac:spMkLst>
        </pc:spChg>
        <pc:spChg chg="del">
          <ac:chgData name="Salma Javid" userId="da303c6712fd6e9e" providerId="LiveId" clId="{38F3E145-65E1-4EA8-AE0F-3449465B41B0}" dt="2026-01-03T16:22:36.148" v="12" actId="700"/>
          <ac:spMkLst>
            <pc:docMk/>
            <pc:sldMk cId="2369261612" sldId="257"/>
            <ac:spMk id="3" creationId="{FB79CBF3-9720-10A2-5603-A632B0E2F36E}"/>
          </ac:spMkLst>
        </pc:spChg>
      </pc:sldChg>
      <pc:sldChg chg="del">
        <pc:chgData name="Salma Javid" userId="da303c6712fd6e9e" providerId="LiveId" clId="{38F3E145-65E1-4EA8-AE0F-3449465B41B0}" dt="2026-01-03T16:21:59.081" v="5" actId="2696"/>
        <pc:sldMkLst>
          <pc:docMk/>
          <pc:sldMk cId="1062494809" sldId="258"/>
        </pc:sldMkLst>
      </pc:sldChg>
      <pc:sldChg chg="addSp delSp modSp new mod modClrScheme chgLayout">
        <pc:chgData name="Salma Javid" userId="da303c6712fd6e9e" providerId="LiveId" clId="{38F3E145-65E1-4EA8-AE0F-3449465B41B0}" dt="2026-01-03T18:01:18.118" v="755" actId="12"/>
        <pc:sldMkLst>
          <pc:docMk/>
          <pc:sldMk cId="3023420785" sldId="258"/>
        </pc:sldMkLst>
        <pc:spChg chg="add mod">
          <ac:chgData name="Salma Javid" userId="da303c6712fd6e9e" providerId="LiveId" clId="{38F3E145-65E1-4EA8-AE0F-3449465B41B0}" dt="2026-01-03T18:01:18.118" v="755" actId="12"/>
          <ac:spMkLst>
            <pc:docMk/>
            <pc:sldMk cId="3023420785" sldId="258"/>
            <ac:spMk id="3" creationId="{ED6532A9-CF02-002F-1425-5784E1259E20}"/>
          </ac:spMkLst>
        </pc:spChg>
        <pc:spChg chg="add del mod ord">
          <ac:chgData name="Salma Javid" userId="da303c6712fd6e9e" providerId="LiveId" clId="{38F3E145-65E1-4EA8-AE0F-3449465B41B0}" dt="2026-01-03T17:44:52.879" v="493" actId="700"/>
          <ac:spMkLst>
            <pc:docMk/>
            <pc:sldMk cId="3023420785" sldId="258"/>
            <ac:spMk id="5" creationId="{C0B399B7-C473-9426-0913-93B71864D596}"/>
          </ac:spMkLst>
        </pc:spChg>
        <pc:spChg chg="add del mod ord">
          <ac:chgData name="Salma Javid" userId="da303c6712fd6e9e" providerId="LiveId" clId="{38F3E145-65E1-4EA8-AE0F-3449465B41B0}" dt="2026-01-03T17:44:52.879" v="493" actId="700"/>
          <ac:spMkLst>
            <pc:docMk/>
            <pc:sldMk cId="3023420785" sldId="258"/>
            <ac:spMk id="6" creationId="{12EA64DA-5F2F-4600-EF1A-2944F402D053}"/>
          </ac:spMkLst>
        </pc:spChg>
        <pc:spChg chg="add del mod ord">
          <ac:chgData name="Salma Javid" userId="da303c6712fd6e9e" providerId="LiveId" clId="{38F3E145-65E1-4EA8-AE0F-3449465B41B0}" dt="2026-01-03T17:44:52.879" v="493" actId="700"/>
          <ac:spMkLst>
            <pc:docMk/>
            <pc:sldMk cId="3023420785" sldId="258"/>
            <ac:spMk id="7" creationId="{C7550C87-3271-3303-D03E-C78C9F9F7D40}"/>
          </ac:spMkLst>
        </pc:spChg>
        <pc:spChg chg="add del mod ord">
          <ac:chgData name="Salma Javid" userId="da303c6712fd6e9e" providerId="LiveId" clId="{38F3E145-65E1-4EA8-AE0F-3449465B41B0}" dt="2026-01-03T17:47:23.027" v="654" actId="478"/>
          <ac:spMkLst>
            <pc:docMk/>
            <pc:sldMk cId="3023420785" sldId="258"/>
            <ac:spMk id="8" creationId="{F1323439-F1CA-5650-FBC2-FD8BF3D2FE6D}"/>
          </ac:spMkLst>
        </pc:spChg>
        <pc:spChg chg="add mod ord">
          <ac:chgData name="Salma Javid" userId="da303c6712fd6e9e" providerId="LiveId" clId="{38F3E145-65E1-4EA8-AE0F-3449465B41B0}" dt="2026-01-03T17:53:58.428" v="684" actId="207"/>
          <ac:spMkLst>
            <pc:docMk/>
            <pc:sldMk cId="3023420785" sldId="258"/>
            <ac:spMk id="9" creationId="{A6EEE6B9-5D85-06CF-B73B-68A48213DAAD}"/>
          </ac:spMkLst>
        </pc:spChg>
        <pc:spChg chg="add mod ord">
          <ac:chgData name="Salma Javid" userId="da303c6712fd6e9e" providerId="LiveId" clId="{38F3E145-65E1-4EA8-AE0F-3449465B41B0}" dt="2026-01-03T17:53:38.768" v="682" actId="207"/>
          <ac:spMkLst>
            <pc:docMk/>
            <pc:sldMk cId="3023420785" sldId="258"/>
            <ac:spMk id="10" creationId="{2F98B9CA-F9D2-F19B-630B-95B26EE1686F}"/>
          </ac:spMkLst>
        </pc:spChg>
        <pc:graphicFrameChg chg="add del mod modGraphic">
          <ac:chgData name="Salma Javid" userId="da303c6712fd6e9e" providerId="LiveId" clId="{38F3E145-65E1-4EA8-AE0F-3449465B41B0}" dt="2026-01-03T17:44:56.081" v="497" actId="3680"/>
          <ac:graphicFrameMkLst>
            <pc:docMk/>
            <pc:sldMk cId="3023420785" sldId="258"/>
            <ac:graphicFrameMk id="4" creationId="{C07FBFB8-7075-B520-7147-F7C152AF68A0}"/>
          </ac:graphicFrameMkLst>
        </pc:graphicFrameChg>
      </pc:sldChg>
      <pc:sldChg chg="del">
        <pc:chgData name="Salma Javid" userId="da303c6712fd6e9e" providerId="LiveId" clId="{38F3E145-65E1-4EA8-AE0F-3449465B41B0}" dt="2026-01-03T16:22:02.625" v="6" actId="2696"/>
        <pc:sldMkLst>
          <pc:docMk/>
          <pc:sldMk cId="90079620" sldId="259"/>
        </pc:sldMkLst>
      </pc:sldChg>
      <pc:sldChg chg="addSp modSp new mod">
        <pc:chgData name="Salma Javid" userId="da303c6712fd6e9e" providerId="LiveId" clId="{38F3E145-65E1-4EA8-AE0F-3449465B41B0}" dt="2026-01-03T18:00:14.031" v="752" actId="12"/>
        <pc:sldMkLst>
          <pc:docMk/>
          <pc:sldMk cId="3886819749" sldId="259"/>
        </pc:sldMkLst>
        <pc:spChg chg="add mod">
          <ac:chgData name="Salma Javid" userId="da303c6712fd6e9e" providerId="LiveId" clId="{38F3E145-65E1-4EA8-AE0F-3449465B41B0}" dt="2026-01-03T18:00:14.031" v="752" actId="12"/>
          <ac:spMkLst>
            <pc:docMk/>
            <pc:sldMk cId="3886819749" sldId="259"/>
            <ac:spMk id="3" creationId="{306E471C-4F67-0899-C3B2-EAC462F928EA}"/>
          </ac:spMkLst>
        </pc:spChg>
      </pc:sldChg>
      <pc:sldChg chg="del">
        <pc:chgData name="Salma Javid" userId="da303c6712fd6e9e" providerId="LiveId" clId="{38F3E145-65E1-4EA8-AE0F-3449465B41B0}" dt="2026-01-03T16:22:09.594" v="7" actId="2696"/>
        <pc:sldMkLst>
          <pc:docMk/>
          <pc:sldMk cId="1597689620" sldId="260"/>
        </pc:sldMkLst>
      </pc:sldChg>
      <pc:sldChg chg="addSp modSp new mod">
        <pc:chgData name="Salma Javid" userId="da303c6712fd6e9e" providerId="LiveId" clId="{38F3E145-65E1-4EA8-AE0F-3449465B41B0}" dt="2026-01-03T18:01:30.050" v="756" actId="1076"/>
        <pc:sldMkLst>
          <pc:docMk/>
          <pc:sldMk cId="3830888274" sldId="260"/>
        </pc:sldMkLst>
        <pc:spChg chg="add mod">
          <ac:chgData name="Salma Javid" userId="da303c6712fd6e9e" providerId="LiveId" clId="{38F3E145-65E1-4EA8-AE0F-3449465B41B0}" dt="2026-01-03T17:41:59.722" v="477" actId="255"/>
          <ac:spMkLst>
            <pc:docMk/>
            <pc:sldMk cId="3830888274" sldId="260"/>
            <ac:spMk id="3" creationId="{49D17806-EFE1-3D0E-A740-EE6738EE7E1D}"/>
          </ac:spMkLst>
        </pc:spChg>
        <pc:picChg chg="add mod">
          <ac:chgData name="Salma Javid" userId="da303c6712fd6e9e" providerId="LiveId" clId="{38F3E145-65E1-4EA8-AE0F-3449465B41B0}" dt="2026-01-03T18:01:30.050" v="756" actId="1076"/>
          <ac:picMkLst>
            <pc:docMk/>
            <pc:sldMk cId="3830888274" sldId="260"/>
            <ac:picMk id="5" creationId="{6AB9C1F0-1001-7EE8-A546-15CA7B3E76EF}"/>
          </ac:picMkLst>
        </pc:picChg>
      </pc:sldChg>
      <pc:sldChg chg="del">
        <pc:chgData name="Salma Javid" userId="da303c6712fd6e9e" providerId="LiveId" clId="{38F3E145-65E1-4EA8-AE0F-3449465B41B0}" dt="2026-01-03T16:22:13.198" v="8" actId="2696"/>
        <pc:sldMkLst>
          <pc:docMk/>
          <pc:sldMk cId="338047680" sldId="261"/>
        </pc:sldMkLst>
      </pc:sldChg>
      <pc:sldChg chg="addSp modSp new mod">
        <pc:chgData name="Salma Javid" userId="da303c6712fd6e9e" providerId="LiveId" clId="{38F3E145-65E1-4EA8-AE0F-3449465B41B0}" dt="2026-01-03T17:54:18.911" v="686" actId="207"/>
        <pc:sldMkLst>
          <pc:docMk/>
          <pc:sldMk cId="1077534445" sldId="261"/>
        </pc:sldMkLst>
        <pc:spChg chg="add mod">
          <ac:chgData name="Salma Javid" userId="da303c6712fd6e9e" providerId="LiveId" clId="{38F3E145-65E1-4EA8-AE0F-3449465B41B0}" dt="2026-01-03T17:54:18.911" v="686" actId="207"/>
          <ac:spMkLst>
            <pc:docMk/>
            <pc:sldMk cId="1077534445" sldId="261"/>
            <ac:spMk id="3" creationId="{8BA99E7B-AB48-DD85-F1B6-55584B6E7F82}"/>
          </ac:spMkLst>
        </pc:spChg>
      </pc:sldChg>
      <pc:sldChg chg="addSp modSp new mod">
        <pc:chgData name="Salma Javid" userId="da303c6712fd6e9e" providerId="LiveId" clId="{38F3E145-65E1-4EA8-AE0F-3449465B41B0}" dt="2026-01-03T17:59:46.607" v="748" actId="12"/>
        <pc:sldMkLst>
          <pc:docMk/>
          <pc:sldMk cId="1361269470" sldId="262"/>
        </pc:sldMkLst>
        <pc:spChg chg="add mod">
          <ac:chgData name="Salma Javid" userId="da303c6712fd6e9e" providerId="LiveId" clId="{38F3E145-65E1-4EA8-AE0F-3449465B41B0}" dt="2026-01-03T17:59:46.607" v="748" actId="12"/>
          <ac:spMkLst>
            <pc:docMk/>
            <pc:sldMk cId="1361269470" sldId="262"/>
            <ac:spMk id="3" creationId="{2990ED02-5C72-BD70-10A0-BDB8206A069F}"/>
          </ac:spMkLst>
        </pc:spChg>
      </pc:sldChg>
      <pc:sldChg chg="del">
        <pc:chgData name="Salma Javid" userId="da303c6712fd6e9e" providerId="LiveId" clId="{38F3E145-65E1-4EA8-AE0F-3449465B41B0}" dt="2026-01-03T16:22:22.753" v="10" actId="2696"/>
        <pc:sldMkLst>
          <pc:docMk/>
          <pc:sldMk cId="1379557096" sldId="262"/>
        </pc:sldMkLst>
      </pc:sldChg>
      <pc:sldChg chg="addSp modSp new mod">
        <pc:chgData name="Salma Javid" userId="da303c6712fd6e9e" providerId="LiveId" clId="{38F3E145-65E1-4EA8-AE0F-3449465B41B0}" dt="2026-01-03T17:59:22.185" v="746" actId="12"/>
        <pc:sldMkLst>
          <pc:docMk/>
          <pc:sldMk cId="2680899741" sldId="263"/>
        </pc:sldMkLst>
        <pc:spChg chg="add mod">
          <ac:chgData name="Salma Javid" userId="da303c6712fd6e9e" providerId="LiveId" clId="{38F3E145-65E1-4EA8-AE0F-3449465B41B0}" dt="2026-01-03T17:59:22.185" v="746" actId="12"/>
          <ac:spMkLst>
            <pc:docMk/>
            <pc:sldMk cId="2680899741" sldId="263"/>
            <ac:spMk id="3" creationId="{6B03D361-1834-0BC3-E7D6-EC1DC1B5DD85}"/>
          </ac:spMkLst>
        </pc:spChg>
      </pc:sldChg>
      <pc:sldChg chg="addSp modSp new mod">
        <pc:chgData name="Salma Javid" userId="da303c6712fd6e9e" providerId="LiveId" clId="{38F3E145-65E1-4EA8-AE0F-3449465B41B0}" dt="2026-01-03T17:58:56.507" v="744" actId="12"/>
        <pc:sldMkLst>
          <pc:docMk/>
          <pc:sldMk cId="205921325" sldId="264"/>
        </pc:sldMkLst>
        <pc:spChg chg="add mod">
          <ac:chgData name="Salma Javid" userId="da303c6712fd6e9e" providerId="LiveId" clId="{38F3E145-65E1-4EA8-AE0F-3449465B41B0}" dt="2026-01-03T17:58:56.507" v="744" actId="12"/>
          <ac:spMkLst>
            <pc:docMk/>
            <pc:sldMk cId="205921325" sldId="264"/>
            <ac:spMk id="3" creationId="{89CAF7D5-6819-556F-36F5-0000D9BBF1F0}"/>
          </ac:spMkLst>
        </pc:spChg>
      </pc:sldChg>
      <pc:sldChg chg="del">
        <pc:chgData name="Salma Javid" userId="da303c6712fd6e9e" providerId="LiveId" clId="{38F3E145-65E1-4EA8-AE0F-3449465B41B0}" dt="2026-01-03T16:22:17.900" v="9" actId="2696"/>
        <pc:sldMkLst>
          <pc:docMk/>
          <pc:sldMk cId="3308336407" sldId="264"/>
        </pc:sldMkLst>
      </pc:sldChg>
      <pc:sldChg chg="addSp modSp new mod">
        <pc:chgData name="Salma Javid" userId="da303c6712fd6e9e" providerId="LiveId" clId="{38F3E145-65E1-4EA8-AE0F-3449465B41B0}" dt="2026-01-03T17:58:19.746" v="742" actId="12"/>
        <pc:sldMkLst>
          <pc:docMk/>
          <pc:sldMk cId="3319385235" sldId="265"/>
        </pc:sldMkLst>
        <pc:spChg chg="add mod">
          <ac:chgData name="Salma Javid" userId="da303c6712fd6e9e" providerId="LiveId" clId="{38F3E145-65E1-4EA8-AE0F-3449465B41B0}" dt="2026-01-03T17:58:19.746" v="742" actId="12"/>
          <ac:spMkLst>
            <pc:docMk/>
            <pc:sldMk cId="3319385235" sldId="265"/>
            <ac:spMk id="3" creationId="{1A535F46-E2EC-8C44-12C6-F7BCFB269BCC}"/>
          </ac:spMkLst>
        </pc:spChg>
      </pc:sldChg>
      <pc:sldChg chg="addSp modSp new mod">
        <pc:chgData name="Salma Javid" userId="da303c6712fd6e9e" providerId="LiveId" clId="{38F3E145-65E1-4EA8-AE0F-3449465B41B0}" dt="2026-01-03T17:57:59.881" v="738" actId="12"/>
        <pc:sldMkLst>
          <pc:docMk/>
          <pc:sldMk cId="149779241" sldId="266"/>
        </pc:sldMkLst>
        <pc:spChg chg="add mod">
          <ac:chgData name="Salma Javid" userId="da303c6712fd6e9e" providerId="LiveId" clId="{38F3E145-65E1-4EA8-AE0F-3449465B41B0}" dt="2026-01-03T17:57:59.881" v="738" actId="12"/>
          <ac:spMkLst>
            <pc:docMk/>
            <pc:sldMk cId="149779241" sldId="266"/>
            <ac:spMk id="3" creationId="{AE27E32A-D145-E134-6765-DC7A8A217121}"/>
          </ac:spMkLst>
        </pc:spChg>
      </pc:sldChg>
      <pc:sldChg chg="addSp modSp new mod">
        <pc:chgData name="Salma Javid" userId="da303c6712fd6e9e" providerId="LiveId" clId="{38F3E145-65E1-4EA8-AE0F-3449465B41B0}" dt="2026-01-03T17:57:39.702" v="736" actId="12"/>
        <pc:sldMkLst>
          <pc:docMk/>
          <pc:sldMk cId="1239907397" sldId="267"/>
        </pc:sldMkLst>
        <pc:spChg chg="add mod">
          <ac:chgData name="Salma Javid" userId="da303c6712fd6e9e" providerId="LiveId" clId="{38F3E145-65E1-4EA8-AE0F-3449465B41B0}" dt="2026-01-03T17:57:39.702" v="736" actId="12"/>
          <ac:spMkLst>
            <pc:docMk/>
            <pc:sldMk cId="1239907397" sldId="267"/>
            <ac:spMk id="3" creationId="{27A546E9-EDC7-5B16-4096-C0827609D14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A18C7-2915-4403-8AC4-E5CFA912661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B08FB-8784-404C-9705-8F5DB71DC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50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67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5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22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8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85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92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04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66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1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46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9623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734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365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62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768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9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1217FC-B482-48B8-A5D1-28BEB827980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9FC8470-29C5-4CBC-B667-E92851190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996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36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6419-7DE6-9B4E-2053-AEC63A515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28" y="1117640"/>
            <a:ext cx="10802679" cy="66863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br>
              <a:rPr lang="en-IN" dirty="0"/>
            </a:br>
            <a:r>
              <a:rPr lang="en-IN" dirty="0"/>
              <a:t>		</a:t>
            </a:r>
            <a:r>
              <a:rPr lang="en-IN" b="1" dirty="0"/>
              <a:t>ZAALIMA DEVELOPMENT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51F97-DC15-2BB9-30C4-F7AEF667C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972" y="1903818"/>
            <a:ext cx="9030585" cy="460330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2000" b="1" dirty="0"/>
              <a:t>PYTHON DEVELOPMENT INTERNSHIP</a:t>
            </a:r>
          </a:p>
          <a:p>
            <a:pPr>
              <a:lnSpc>
                <a:spcPct val="120000"/>
              </a:lnSpc>
            </a:pPr>
            <a:r>
              <a:rPr lang="en-IN" sz="2000" b="1" dirty="0"/>
              <a:t>A PROJECT PPT Presentation ON</a:t>
            </a:r>
          </a:p>
          <a:p>
            <a:pPr>
              <a:lnSpc>
                <a:spcPct val="120000"/>
              </a:lnSpc>
            </a:pPr>
            <a:r>
              <a:rPr lang="en-IN" sz="2000" b="1" dirty="0"/>
              <a:t>“</a:t>
            </a:r>
            <a:r>
              <a:rPr lang="en-US" sz="2000" b="1" dirty="0"/>
              <a:t>Photon: Real-time WebSocket Stock Ticker</a:t>
            </a:r>
            <a:r>
              <a:rPr lang="en-IN" sz="2000" b="1" dirty="0"/>
              <a:t>”</a:t>
            </a:r>
          </a:p>
          <a:p>
            <a:pPr>
              <a:lnSpc>
                <a:spcPct val="120000"/>
              </a:lnSpc>
            </a:pPr>
            <a:r>
              <a:rPr lang="en-IN" sz="2000" b="1" dirty="0"/>
              <a:t>Presented by</a:t>
            </a:r>
          </a:p>
          <a:p>
            <a:pPr>
              <a:lnSpc>
                <a:spcPct val="120000"/>
              </a:lnSpc>
            </a:pPr>
            <a:r>
              <a:rPr lang="en-IN" sz="2000" b="1" dirty="0"/>
              <a:t>Ayisha Arbin MJ</a:t>
            </a:r>
          </a:p>
          <a:p>
            <a:pPr>
              <a:lnSpc>
                <a:spcPct val="120000"/>
              </a:lnSpc>
            </a:pPr>
            <a:r>
              <a:rPr lang="en-IN" sz="2000" b="1" dirty="0"/>
              <a:t>Under the guidance of</a:t>
            </a:r>
          </a:p>
          <a:p>
            <a:pPr>
              <a:lnSpc>
                <a:spcPct val="120000"/>
              </a:lnSpc>
            </a:pPr>
            <a:r>
              <a:rPr lang="en-IN" sz="2000" b="1" dirty="0" err="1"/>
              <a:t>Zaalima</a:t>
            </a:r>
            <a:r>
              <a:rPr lang="en-IN" sz="2000" b="1" dirty="0"/>
              <a:t> Development Team</a:t>
            </a:r>
          </a:p>
          <a:p>
            <a:r>
              <a:rPr lang="en-IN" sz="2000" dirty="0"/>
              <a:t> </a:t>
            </a:r>
          </a:p>
          <a:p>
            <a:r>
              <a:rPr lang="en-IN" sz="2000" dirty="0"/>
              <a:t> </a:t>
            </a:r>
          </a:p>
          <a:p>
            <a:r>
              <a:rPr lang="en-IN" sz="2000" dirty="0"/>
              <a:t> </a:t>
            </a:r>
          </a:p>
          <a:p>
            <a:endParaRPr lang="en-IN" sz="2000" dirty="0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48E7BD2D-E54A-7097-6040-77A29833E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4791" y="255183"/>
            <a:ext cx="12610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12FC11-E56A-EADD-371C-E73E2C374633}"/>
              </a:ext>
            </a:extLst>
          </p:cNvPr>
          <p:cNvGrpSpPr/>
          <p:nvPr/>
        </p:nvGrpSpPr>
        <p:grpSpPr>
          <a:xfrm>
            <a:off x="4836395" y="1080965"/>
            <a:ext cx="1767840" cy="548640"/>
            <a:chOff x="0" y="0"/>
            <a:chExt cx="2135015" cy="639267"/>
          </a:xfrm>
        </p:grpSpPr>
        <p:sp>
          <p:nvSpPr>
            <p:cNvPr id="20" name="Shape 33">
              <a:extLst>
                <a:ext uri="{FF2B5EF4-FFF2-40B4-BE49-F238E27FC236}">
                  <a16:creationId xmlns:a16="http://schemas.microsoft.com/office/drawing/2014/main" id="{9ABBB8CE-BC9E-C2E4-FC34-887FB8B5A41E}"/>
                </a:ext>
              </a:extLst>
            </p:cNvPr>
            <p:cNvSpPr/>
            <p:nvPr/>
          </p:nvSpPr>
          <p:spPr>
            <a:xfrm>
              <a:off x="0" y="160137"/>
              <a:ext cx="325362" cy="222721"/>
            </a:xfrm>
            <a:custGeom>
              <a:avLst/>
              <a:gdLst/>
              <a:ahLst/>
              <a:cxnLst/>
              <a:rect l="0" t="0" r="0" b="0"/>
              <a:pathLst>
                <a:path w="325362" h="222721">
                  <a:moveTo>
                    <a:pt x="8943" y="0"/>
                  </a:moveTo>
                  <a:lnTo>
                    <a:pt x="167732" y="0"/>
                  </a:lnTo>
                  <a:cubicBezTo>
                    <a:pt x="169979" y="0"/>
                    <a:pt x="172088" y="1089"/>
                    <a:pt x="173397" y="2921"/>
                  </a:cubicBezTo>
                  <a:lnTo>
                    <a:pt x="322088" y="211733"/>
                  </a:lnTo>
                  <a:cubicBezTo>
                    <a:pt x="325362" y="216336"/>
                    <a:pt x="322072" y="222721"/>
                    <a:pt x="316421" y="222721"/>
                  </a:cubicBezTo>
                  <a:lnTo>
                    <a:pt x="157630" y="222721"/>
                  </a:lnTo>
                  <a:cubicBezTo>
                    <a:pt x="155383" y="222721"/>
                    <a:pt x="153274" y="221632"/>
                    <a:pt x="151971" y="219800"/>
                  </a:cubicBezTo>
                  <a:lnTo>
                    <a:pt x="3280" y="10994"/>
                  </a:lnTo>
                  <a:cubicBezTo>
                    <a:pt x="0" y="6385"/>
                    <a:pt x="3292" y="0"/>
                    <a:pt x="8943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E17E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44A31FF-6AA3-E7DE-B7A0-7201D73261B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3647" y="81483"/>
              <a:ext cx="1801368" cy="42976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A88EED9-961B-759B-7491-1AB4CF03BED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94607" y="494996"/>
              <a:ext cx="1274064" cy="115824"/>
            </a:xfrm>
            <a:prstGeom prst="rect">
              <a:avLst/>
            </a:prstGeom>
          </p:spPr>
        </p:pic>
        <p:sp>
          <p:nvSpPr>
            <p:cNvPr id="23" name="Shape 41">
              <a:extLst>
                <a:ext uri="{FF2B5EF4-FFF2-40B4-BE49-F238E27FC236}">
                  <a16:creationId xmlns:a16="http://schemas.microsoft.com/office/drawing/2014/main" id="{08BEB0D2-363F-BD15-393D-A971F4BC3A28}"/>
                </a:ext>
              </a:extLst>
            </p:cNvPr>
            <p:cNvSpPr/>
            <p:nvPr/>
          </p:nvSpPr>
          <p:spPr>
            <a:xfrm>
              <a:off x="1342695" y="0"/>
              <a:ext cx="147039" cy="147040"/>
            </a:xfrm>
            <a:custGeom>
              <a:avLst/>
              <a:gdLst/>
              <a:ahLst/>
              <a:cxnLst/>
              <a:rect l="0" t="0" r="0" b="0"/>
              <a:pathLst>
                <a:path w="147039" h="147040">
                  <a:moveTo>
                    <a:pt x="73520" y="0"/>
                  </a:moveTo>
                  <a:cubicBezTo>
                    <a:pt x="103973" y="0"/>
                    <a:pt x="130101" y="18515"/>
                    <a:pt x="141262" y="44903"/>
                  </a:cubicBezTo>
                  <a:lnTo>
                    <a:pt x="147039" y="73519"/>
                  </a:lnTo>
                  <a:lnTo>
                    <a:pt x="147039" y="73521"/>
                  </a:lnTo>
                  <a:lnTo>
                    <a:pt x="141262" y="102137"/>
                  </a:lnTo>
                  <a:cubicBezTo>
                    <a:pt x="133821" y="119729"/>
                    <a:pt x="119729" y="133822"/>
                    <a:pt x="102137" y="141262"/>
                  </a:cubicBezTo>
                  <a:lnTo>
                    <a:pt x="73520" y="147040"/>
                  </a:lnTo>
                  <a:lnTo>
                    <a:pt x="73519" y="147040"/>
                  </a:lnTo>
                  <a:lnTo>
                    <a:pt x="51657" y="143735"/>
                  </a:lnTo>
                  <a:cubicBezTo>
                    <a:pt x="30938" y="137290"/>
                    <a:pt x="14148" y="121928"/>
                    <a:pt x="5777" y="102137"/>
                  </a:cubicBezTo>
                  <a:lnTo>
                    <a:pt x="0" y="73521"/>
                  </a:lnTo>
                  <a:lnTo>
                    <a:pt x="0" y="73519"/>
                  </a:lnTo>
                  <a:lnTo>
                    <a:pt x="5777" y="44903"/>
                  </a:lnTo>
                  <a:cubicBezTo>
                    <a:pt x="16938" y="18515"/>
                    <a:pt x="43067" y="0"/>
                    <a:pt x="7352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E17E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4" name="Rectangle 21">
            <a:extLst>
              <a:ext uri="{FF2B5EF4-FFF2-40B4-BE49-F238E27FC236}">
                <a16:creationId xmlns:a16="http://schemas.microsoft.com/office/drawing/2014/main" id="{A0FEA30C-CD3F-AFD9-41A5-5E2BD64F2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191" y="1126685"/>
            <a:ext cx="862300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ZAALIMA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5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8C0B56-5E22-FF3C-632E-F4310E0D15E4}"/>
              </a:ext>
            </a:extLst>
          </p:cNvPr>
          <p:cNvSpPr txBox="1"/>
          <p:nvPr/>
        </p:nvSpPr>
        <p:spPr>
          <a:xfrm>
            <a:off x="569479" y="455846"/>
            <a:ext cx="10626605" cy="594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is a real-time stock dashboard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live stock price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WebSocket technology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page refresh required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Python and web technologies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stock websites refresh slowly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refresh causes delay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miss rapid price changes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real-time tracking</a:t>
            </a:r>
          </a:p>
        </p:txBody>
      </p:sp>
    </p:spTree>
    <p:extLst>
      <p:ext uri="{BB962C8B-B14F-4D97-AF65-F5344CB8AC3E}">
        <p14:creationId xmlns:p14="http://schemas.microsoft.com/office/powerpoint/2010/main" val="236926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532A9-CF02-002F-1425-5784E1259E20}"/>
              </a:ext>
            </a:extLst>
          </p:cNvPr>
          <p:cNvSpPr txBox="1"/>
          <p:nvPr/>
        </p:nvSpPr>
        <p:spPr>
          <a:xfrm>
            <a:off x="769087" y="543448"/>
            <a:ext cx="995207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real-time stock monitoring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manual page refresh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live stock prices instantly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data using charts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clean and stable dashboard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EEE6B9-5D85-06CF-B73B-68A48213D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469" y="2920676"/>
            <a:ext cx="4937655" cy="361526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F98B9CA-F9D2-F19B-630B-95B26EE16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4569" y="3104511"/>
            <a:ext cx="4934479" cy="361526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2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6E471C-4F67-0899-C3B2-EAC462F928EA}"/>
              </a:ext>
            </a:extLst>
          </p:cNvPr>
          <p:cNvSpPr txBox="1"/>
          <p:nvPr/>
        </p:nvSpPr>
        <p:spPr>
          <a:xfrm>
            <a:off x="1116419" y="1012954"/>
            <a:ext cx="837547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connects to WebSocket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generates live stock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pushed to frontend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updates UI in real-time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Components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Server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Generator (Mock stock data)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&amp; Stats Panel</a:t>
            </a:r>
          </a:p>
        </p:txBody>
      </p:sp>
    </p:spTree>
    <p:extLst>
      <p:ext uri="{BB962C8B-B14F-4D97-AF65-F5344CB8AC3E}">
        <p14:creationId xmlns:p14="http://schemas.microsoft.com/office/powerpoint/2010/main" val="388681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D17806-EFE1-3D0E-A740-EE6738EE7E1D}"/>
              </a:ext>
            </a:extLst>
          </p:cNvPr>
          <p:cNvSpPr txBox="1"/>
          <p:nvPr/>
        </p:nvSpPr>
        <p:spPr>
          <a:xfrm>
            <a:off x="1041989" y="871063"/>
            <a:ext cx="86974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9C1F0-1001-7EE8-A546-15CA7B3E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89" y="1682453"/>
            <a:ext cx="7464055" cy="411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8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99E7B-AB48-DD85-F1B6-55584B6E7F82}"/>
              </a:ext>
            </a:extLst>
          </p:cNvPr>
          <p:cNvSpPr txBox="1"/>
          <p:nvPr/>
        </p:nvSpPr>
        <p:spPr>
          <a:xfrm>
            <a:off x="935666" y="629629"/>
            <a:ext cx="805650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stock price updates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for stock price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volume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display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 panel (price &amp; change)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and responsive UI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page reload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real-time updates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dashboard layout</a:t>
            </a:r>
          </a:p>
        </p:txBody>
      </p:sp>
    </p:spTree>
    <p:extLst>
      <p:ext uri="{BB962C8B-B14F-4D97-AF65-F5344CB8AC3E}">
        <p14:creationId xmlns:p14="http://schemas.microsoft.com/office/powerpoint/2010/main" val="107753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0ED02-5C72-BD70-10A0-BDB8206A069F}"/>
              </a:ext>
            </a:extLst>
          </p:cNvPr>
          <p:cNvSpPr txBox="1"/>
          <p:nvPr/>
        </p:nvSpPr>
        <p:spPr>
          <a:xfrm>
            <a:off x="1118970" y="797510"/>
            <a:ext cx="61081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Makes This Project Different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WebSocket instead of REST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push-based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charts updating simultaneously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 panel + charts in one screen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but industry-level concept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Normal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manual refresh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live data stream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36126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03D361-1834-0BC3-E7D6-EC1DC1B5DD85}"/>
              </a:ext>
            </a:extLst>
          </p:cNvPr>
          <p:cNvSpPr txBox="1"/>
          <p:nvPr/>
        </p:nvSpPr>
        <p:spPr>
          <a:xfrm>
            <a:off x="1002013" y="951398"/>
            <a:ext cx="6108192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stock 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change indicator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updating 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Highlights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updates every 2 seconds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scroll smoothly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screen flicker or disappearance</a:t>
            </a:r>
          </a:p>
        </p:txBody>
      </p:sp>
    </p:spTree>
    <p:extLst>
      <p:ext uri="{BB962C8B-B14F-4D97-AF65-F5344CB8AC3E}">
        <p14:creationId xmlns:p14="http://schemas.microsoft.com/office/powerpoint/2010/main" val="268089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AF7D5-6819-556F-36F5-0000D9BBF1F0}"/>
              </a:ext>
            </a:extLst>
          </p:cNvPr>
          <p:cNvSpPr txBox="1"/>
          <p:nvPr/>
        </p:nvSpPr>
        <p:spPr>
          <a:xfrm>
            <a:off x="1002012" y="951398"/>
            <a:ext cx="6108192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data updates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responsive UI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clean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with real APIs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real-time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demonstration project</a:t>
            </a:r>
          </a:p>
        </p:txBody>
      </p:sp>
    </p:spTree>
    <p:extLst>
      <p:ext uri="{BB962C8B-B14F-4D97-AF65-F5344CB8AC3E}">
        <p14:creationId xmlns:p14="http://schemas.microsoft.com/office/powerpoint/2010/main" val="2059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35F46-E2EC-8C44-12C6-F7BCFB269BCC}"/>
              </a:ext>
            </a:extLst>
          </p:cNvPr>
          <p:cNvSpPr txBox="1"/>
          <p:nvPr/>
        </p:nvSpPr>
        <p:spPr>
          <a:xfrm>
            <a:off x="1161501" y="1530835"/>
            <a:ext cx="610819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mock stock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stock ticker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connected to real market APIs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and demonstration purpose</a:t>
            </a:r>
          </a:p>
        </p:txBody>
      </p:sp>
    </p:spTree>
    <p:extLst>
      <p:ext uri="{BB962C8B-B14F-4D97-AF65-F5344CB8AC3E}">
        <p14:creationId xmlns:p14="http://schemas.microsoft.com/office/powerpoint/2010/main" val="331938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7E32A-D145-E134-6765-DC7A8A217121}"/>
              </a:ext>
            </a:extLst>
          </p:cNvPr>
          <p:cNvSpPr txBox="1"/>
          <p:nvPr/>
        </p:nvSpPr>
        <p:spPr>
          <a:xfrm>
            <a:off x="1161502" y="1012954"/>
            <a:ext cx="6108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real stock APIs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multiple stock symbols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preferences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alerts and notifications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version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14977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546E9-EDC7-5B16-4096-C0827609D149}"/>
              </a:ext>
            </a:extLst>
          </p:cNvPr>
          <p:cNvSpPr txBox="1"/>
          <p:nvPr/>
        </p:nvSpPr>
        <p:spPr>
          <a:xfrm>
            <a:off x="1063256" y="1796925"/>
            <a:ext cx="815219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is a real-time stock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delay issues in traditional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WebSocket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live data visualization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real-time web project</a:t>
            </a:r>
          </a:p>
        </p:txBody>
      </p:sp>
    </p:spTree>
    <p:extLst>
      <p:ext uri="{BB962C8B-B14F-4D97-AF65-F5344CB8AC3E}">
        <p14:creationId xmlns:p14="http://schemas.microsoft.com/office/powerpoint/2010/main" val="123990739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sentinel_ppt_presentation</Template>
  <TotalTime>96</TotalTime>
  <Words>392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Slice</vt:lpstr>
      <vt:lpstr>    ZAALIMA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 Javid</dc:creator>
  <cp:lastModifiedBy>Salma Javid</cp:lastModifiedBy>
  <cp:revision>1</cp:revision>
  <dcterms:created xsi:type="dcterms:W3CDTF">2026-01-03T16:19:30Z</dcterms:created>
  <dcterms:modified xsi:type="dcterms:W3CDTF">2026-01-03T18:01:38Z</dcterms:modified>
</cp:coreProperties>
</file>